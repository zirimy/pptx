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7" r:id="rId1"/>
  </p:sldMasterIdLst>
  <p:notesMasterIdLst>
    <p:notesMasterId r:id="rId3"/>
  </p:notesMasterIdLst>
  <p:sldIdLst>
    <p:sldId id="256" r:id="rId2"/>
    <p:sldId id="257" r:id="rId9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7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openxmlformats.org/officeDocument/2006/relationships/slide" Target="slides/slide2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5" r:id="rId1"/>
    <p:sldLayoutId id="2147483886" r:id="rId2"/>
    <p:sldLayoutId id="2147483887" r:id="rId3"/>
    <p:sldLayoutId id="2147483888" r:id="rId4"/>
    <p:sldLayoutId id="2147483889" r:id="rId5"/>
    <p:sldLayoutId id="2147483890" r:id="rId6"/>
    <p:sldLayoutId id="2147483891" r:id="rId7"/>
    <p:sldLayoutId id="2147483892" r:id="rId8"/>
    <p:sldLayoutId id="2147483893" r:id="rId9"/>
    <p:sldLayoutId id="2147483894" r:id="rId10"/>
    <p:sldLayoutId id="2147483895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10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