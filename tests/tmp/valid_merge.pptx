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6" r:id="rId1"/>
  </p:sldMasterIdLst>
  <p:notesMasterIdLst>
    <p:notesMasterId r:id="rId3"/>
  </p:notesMasterIdLst>
  <p:sldIdLst>
    <p:sldId id="256" r:id="rId2"/>
    <p:sldId id="257" r:id="rId9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7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34682A-0780-4E8B-8D98-0D280E4D050C}" v="154" dt="2025-03-19T10:51:42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openxmlformats.org/officeDocument/2006/relationships/slide" Target="slides/slide2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4" r:id="rId1"/>
    <p:sldLayoutId id="2147483775" r:id="rId2"/>
    <p:sldLayoutId id="2147483776" r:id="rId3"/>
    <p:sldLayoutId id="2147483777" r:id="rId4"/>
    <p:sldLayoutId id="2147483778" r:id="rId5"/>
    <p:sldLayoutId id="2147483779" r:id="rId6"/>
    <p:sldLayoutId id="2147483780" r:id="rId7"/>
    <p:sldLayoutId id="2147483781" r:id="rId8"/>
    <p:sldLayoutId id="2147483782" r:id="rId9"/>
    <p:sldLayoutId id="2147483783" r:id="rId10"/>
    <p:sldLayoutId id="2147483784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