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notesMasterIdLst>
    <p:notesMasterId r:id="rId3"/>
  </p:notesMasterIdLst>
  <p:sldIdLst>
    <p:sldId id="256" r:id="rId2"/>
    <p:sldId id="257" r:id="rId9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slide" Target="slides/slide2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0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