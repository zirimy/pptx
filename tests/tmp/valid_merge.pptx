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99" r:id="rId1"/>
  </p:sldMasterIdLst>
  <p:notesMasterIdLst>
    <p:notesMasterId r:id="rId3"/>
  </p:notesMasterIdLst>
  <p:sldIdLst>
    <p:sldId id="256" r:id="rId2"/>
    <p:sldId id="257" r:id="rId9"/>
  </p:sldIdLst>
  <p:sldSz cx="10691813" cy="7559675"/>
  <p:notesSz cx="6858000" cy="9144000"/>
  <p:defaultTextStyle>
    <a:defPPr>
      <a:defRPr lang="en-US"/>
    </a:defPPr>
    <a:lvl1pPr marL="0" algn="l" defTabSz="521437" rtl="0" eaLnBrk="1" latinLnBrk="0" hangingPunct="1">
      <a:defRPr sz="2053" kern="1200">
        <a:solidFill>
          <a:schemeClr val="tx1"/>
        </a:solidFill>
        <a:latin typeface="+mn-lt"/>
        <a:ea typeface="+mn-ea"/>
        <a:cs typeface="+mn-cs"/>
      </a:defRPr>
    </a:lvl1pPr>
    <a:lvl2pPr marL="521437" algn="l" defTabSz="521437" rtl="0" eaLnBrk="1" latinLnBrk="0" hangingPunct="1">
      <a:defRPr sz="2053" kern="1200">
        <a:solidFill>
          <a:schemeClr val="tx1"/>
        </a:solidFill>
        <a:latin typeface="+mn-lt"/>
        <a:ea typeface="+mn-ea"/>
        <a:cs typeface="+mn-cs"/>
      </a:defRPr>
    </a:lvl2pPr>
    <a:lvl3pPr marL="1042873" algn="l" defTabSz="521437" rtl="0" eaLnBrk="1" latinLnBrk="0" hangingPunct="1">
      <a:defRPr sz="2053" kern="1200">
        <a:solidFill>
          <a:schemeClr val="tx1"/>
        </a:solidFill>
        <a:latin typeface="+mn-lt"/>
        <a:ea typeface="+mn-ea"/>
        <a:cs typeface="+mn-cs"/>
      </a:defRPr>
    </a:lvl3pPr>
    <a:lvl4pPr marL="1564310" algn="l" defTabSz="521437" rtl="0" eaLnBrk="1" latinLnBrk="0" hangingPunct="1">
      <a:defRPr sz="2053" kern="1200">
        <a:solidFill>
          <a:schemeClr val="tx1"/>
        </a:solidFill>
        <a:latin typeface="+mn-lt"/>
        <a:ea typeface="+mn-ea"/>
        <a:cs typeface="+mn-cs"/>
      </a:defRPr>
    </a:lvl4pPr>
    <a:lvl5pPr marL="2085746" algn="l" defTabSz="521437" rtl="0" eaLnBrk="1" latinLnBrk="0" hangingPunct="1">
      <a:defRPr sz="2053" kern="1200">
        <a:solidFill>
          <a:schemeClr val="tx1"/>
        </a:solidFill>
        <a:latin typeface="+mn-lt"/>
        <a:ea typeface="+mn-ea"/>
        <a:cs typeface="+mn-cs"/>
      </a:defRPr>
    </a:lvl5pPr>
    <a:lvl6pPr marL="2607183" algn="l" defTabSz="521437" rtl="0" eaLnBrk="1" latinLnBrk="0" hangingPunct="1">
      <a:defRPr sz="2053" kern="1200">
        <a:solidFill>
          <a:schemeClr val="tx1"/>
        </a:solidFill>
        <a:latin typeface="+mn-lt"/>
        <a:ea typeface="+mn-ea"/>
        <a:cs typeface="+mn-cs"/>
      </a:defRPr>
    </a:lvl6pPr>
    <a:lvl7pPr marL="3128620" algn="l" defTabSz="521437" rtl="0" eaLnBrk="1" latinLnBrk="0" hangingPunct="1">
      <a:defRPr sz="2053" kern="1200">
        <a:solidFill>
          <a:schemeClr val="tx1"/>
        </a:solidFill>
        <a:latin typeface="+mn-lt"/>
        <a:ea typeface="+mn-ea"/>
        <a:cs typeface="+mn-cs"/>
      </a:defRPr>
    </a:lvl7pPr>
    <a:lvl8pPr marL="3650056" algn="l" defTabSz="521437" rtl="0" eaLnBrk="1" latinLnBrk="0" hangingPunct="1">
      <a:defRPr sz="2053" kern="1200">
        <a:solidFill>
          <a:schemeClr val="tx1"/>
        </a:solidFill>
        <a:latin typeface="+mn-lt"/>
        <a:ea typeface="+mn-ea"/>
        <a:cs typeface="+mn-cs"/>
      </a:defRPr>
    </a:lvl8pPr>
    <a:lvl9pPr marL="4171493" algn="l" defTabSz="521437" rtl="0" eaLnBrk="1" latinLnBrk="0" hangingPunct="1">
      <a:defRPr sz="2053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FIN" id="{F9BB27DB-5C58-47A1-A1B8-D46C8599990A}">
          <p14:sldIdLst>
            <p14:sldId id="256"/>
            <p14:sldId id="257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268" userDrawn="1">
          <p15:clr>
            <a:srgbClr val="A4A3A4"/>
          </p15:clr>
        </p15:guide>
        <p15:guide id="2" pos="3277" userDrawn="1">
          <p15:clr>
            <a:srgbClr val="A4A3A4"/>
          </p15:clr>
        </p15:guide>
        <p15:guide id="3" pos="981" userDrawn="1">
          <p15:clr>
            <a:srgbClr val="A4A3A4"/>
          </p15:clr>
        </p15:guide>
        <p15:guide id="4" pos="2519" userDrawn="1">
          <p15:clr>
            <a:srgbClr val="A4A3A4"/>
          </p15:clr>
        </p15:guide>
        <p15:guide id="5" pos="6285" userDrawn="1">
          <p15:clr>
            <a:srgbClr val="A4A3A4"/>
          </p15:clr>
        </p15:guide>
        <p15:guide id="6" pos="533" userDrawn="1">
          <p15:clr>
            <a:srgbClr val="A4A3A4"/>
          </p15:clr>
        </p15:guide>
        <p15:guide id="7" orient="horz" pos="322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6E6E6"/>
    <a:srgbClr val="FFD618"/>
    <a:srgbClr val="2F52A0"/>
    <a:srgbClr val="EE730D"/>
    <a:srgbClr val="F29FC4"/>
    <a:srgbClr val="FBFBFB"/>
    <a:srgbClr val="946AAB"/>
    <a:srgbClr val="6D378B"/>
    <a:srgbClr val="6FCBF3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816" autoAdjust="0"/>
    <p:restoredTop sz="94660"/>
  </p:normalViewPr>
  <p:slideViewPr>
    <p:cSldViewPr snapToGrid="0" showGuides="1">
      <p:cViewPr varScale="1">
        <p:scale>
          <a:sx n="93" d="100"/>
          <a:sy n="93" d="100"/>
        </p:scale>
        <p:origin x="1464" y="78"/>
      </p:cViewPr>
      <p:guideLst>
        <p:guide orient="horz" pos="2268"/>
        <p:guide pos="3277"/>
        <p:guide pos="981"/>
        <p:guide pos="2519"/>
        <p:guide pos="6285"/>
        <p:guide pos="533"/>
        <p:guide orient="horz" pos="322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<Relationships xmlns="http://schemas.openxmlformats.org/package/2006/relationships"><Relationship Id="rId2" Type="http://schemas.openxmlformats.org/officeDocument/2006/relationships/slide" Target="slides/slide1.xml"/><Relationship Id="rId9" Type="http://schemas.openxmlformats.org/officeDocument/2006/relationships/slide" Target="slides/slide2.xml"/><Relationship Id="rId1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
</file>

<file path=ppt/notesMasters/_rels/notesMaster1.xml.rels><?xml version="1.0" encoding="UTF-8" standalone="yes"?>
<Relationships xmlns="http://schemas.openxmlformats.org/package/2006/relationships"><Relationship Id="rId1" Type="http://schemas.openxmlformats.org/officeDocument/2006/relationships/theme" Target="../theme/theme2.xml"/></Relationships>
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FDB330D-6C84-4A98-BFF1-626FD29DE139}" type="datetimeFigureOut">
              <a:rPr lang="fr-FR" smtClean="0"/>
              <a:t>01/04/2025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247775" y="1143000"/>
            <a:ext cx="436245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512FD6F-AB77-4C7E-891F-50C789B4267C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19217210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1042873" rtl="0" eaLnBrk="1" latinLnBrk="0" hangingPunct="1">
      <a:defRPr sz="1369" kern="1200">
        <a:solidFill>
          <a:schemeClr val="tx1"/>
        </a:solidFill>
        <a:latin typeface="+mn-lt"/>
        <a:ea typeface="+mn-ea"/>
        <a:cs typeface="+mn-cs"/>
      </a:defRPr>
    </a:lvl1pPr>
    <a:lvl2pPr marL="521437" algn="l" defTabSz="1042873" rtl="0" eaLnBrk="1" latinLnBrk="0" hangingPunct="1">
      <a:defRPr sz="1369" kern="1200">
        <a:solidFill>
          <a:schemeClr val="tx1"/>
        </a:solidFill>
        <a:latin typeface="+mn-lt"/>
        <a:ea typeface="+mn-ea"/>
        <a:cs typeface="+mn-cs"/>
      </a:defRPr>
    </a:lvl2pPr>
    <a:lvl3pPr marL="1042873" algn="l" defTabSz="1042873" rtl="0" eaLnBrk="1" latinLnBrk="0" hangingPunct="1">
      <a:defRPr sz="1369" kern="1200">
        <a:solidFill>
          <a:schemeClr val="tx1"/>
        </a:solidFill>
        <a:latin typeface="+mn-lt"/>
        <a:ea typeface="+mn-ea"/>
        <a:cs typeface="+mn-cs"/>
      </a:defRPr>
    </a:lvl3pPr>
    <a:lvl4pPr marL="1564310" algn="l" defTabSz="1042873" rtl="0" eaLnBrk="1" latinLnBrk="0" hangingPunct="1">
      <a:defRPr sz="1369" kern="1200">
        <a:solidFill>
          <a:schemeClr val="tx1"/>
        </a:solidFill>
        <a:latin typeface="+mn-lt"/>
        <a:ea typeface="+mn-ea"/>
        <a:cs typeface="+mn-cs"/>
      </a:defRPr>
    </a:lvl4pPr>
    <a:lvl5pPr marL="2085746" algn="l" defTabSz="1042873" rtl="0" eaLnBrk="1" latinLnBrk="0" hangingPunct="1">
      <a:defRPr sz="1369" kern="1200">
        <a:solidFill>
          <a:schemeClr val="tx1"/>
        </a:solidFill>
        <a:latin typeface="+mn-lt"/>
        <a:ea typeface="+mn-ea"/>
        <a:cs typeface="+mn-cs"/>
      </a:defRPr>
    </a:lvl5pPr>
    <a:lvl6pPr marL="2607183" algn="l" defTabSz="1042873" rtl="0" eaLnBrk="1" latinLnBrk="0" hangingPunct="1">
      <a:defRPr sz="1369" kern="1200">
        <a:solidFill>
          <a:schemeClr val="tx1"/>
        </a:solidFill>
        <a:latin typeface="+mn-lt"/>
        <a:ea typeface="+mn-ea"/>
        <a:cs typeface="+mn-cs"/>
      </a:defRPr>
    </a:lvl6pPr>
    <a:lvl7pPr marL="3128620" algn="l" defTabSz="1042873" rtl="0" eaLnBrk="1" latinLnBrk="0" hangingPunct="1">
      <a:defRPr sz="1369" kern="1200">
        <a:solidFill>
          <a:schemeClr val="tx1"/>
        </a:solidFill>
        <a:latin typeface="+mn-lt"/>
        <a:ea typeface="+mn-ea"/>
        <a:cs typeface="+mn-cs"/>
      </a:defRPr>
    </a:lvl7pPr>
    <a:lvl8pPr marL="3650056" algn="l" defTabSz="1042873" rtl="0" eaLnBrk="1" latinLnBrk="0" hangingPunct="1">
      <a:defRPr sz="1369" kern="1200">
        <a:solidFill>
          <a:schemeClr val="tx1"/>
        </a:solidFill>
        <a:latin typeface="+mn-lt"/>
        <a:ea typeface="+mn-ea"/>
        <a:cs typeface="+mn-cs"/>
      </a:defRPr>
    </a:lvl8pPr>
    <a:lvl9pPr marL="4171493" algn="l" defTabSz="1042873" rtl="0" eaLnBrk="1" latinLnBrk="0" hangingPunct="1">
      <a:defRPr sz="1369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12FD6F-AB77-4C7E-891F-50C789B4267C}" type="slidenum">
              <a:rPr lang="fr-FR" smtClean="0"/>
              <a:t>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6081950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12FD6F-AB77-4C7E-891F-50C789B4267C}" type="slidenum">
              <a:rPr lang="fr-FR" smtClean="0"/>
              <a:t>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60819509"/>
      </p:ext>
    </p:extLst>
  </p:cSld>
  <p:clrMapOvr>
    <a:masterClrMapping/>
  </p:clrMapOvr>
</p:note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01886" y="1237197"/>
            <a:ext cx="9088041" cy="2631887"/>
          </a:xfrm>
        </p:spPr>
        <p:txBody>
          <a:bodyPr anchor="b"/>
          <a:lstStyle>
            <a:lvl1pPr algn="ctr">
              <a:defRPr sz="6614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36477" y="3970580"/>
            <a:ext cx="8018860" cy="1825171"/>
          </a:xfrm>
        </p:spPr>
        <p:txBody>
          <a:bodyPr/>
          <a:lstStyle>
            <a:lvl1pPr marL="0" indent="0" algn="ctr">
              <a:buNone/>
              <a:defRPr sz="2646"/>
            </a:lvl1pPr>
            <a:lvl2pPr marL="503972" indent="0" algn="ctr">
              <a:buNone/>
              <a:defRPr sz="2205"/>
            </a:lvl2pPr>
            <a:lvl3pPr marL="1007943" indent="0" algn="ctr">
              <a:buNone/>
              <a:defRPr sz="1984"/>
            </a:lvl3pPr>
            <a:lvl4pPr marL="1511915" indent="0" algn="ctr">
              <a:buNone/>
              <a:defRPr sz="1764"/>
            </a:lvl4pPr>
            <a:lvl5pPr marL="2015886" indent="0" algn="ctr">
              <a:buNone/>
              <a:defRPr sz="1764"/>
            </a:lvl5pPr>
            <a:lvl6pPr marL="2519858" indent="0" algn="ctr">
              <a:buNone/>
              <a:defRPr sz="1764"/>
            </a:lvl6pPr>
            <a:lvl7pPr marL="3023829" indent="0" algn="ctr">
              <a:buNone/>
              <a:defRPr sz="1764"/>
            </a:lvl7pPr>
            <a:lvl8pPr marL="3527801" indent="0" algn="ctr">
              <a:buNone/>
              <a:defRPr sz="1764"/>
            </a:lvl8pPr>
            <a:lvl9pPr marL="4031772" indent="0" algn="ctr">
              <a:buNone/>
              <a:defRPr sz="1764"/>
            </a:lvl9pPr>
          </a:lstStyle>
          <a:p>
            <a:r>
              <a:rPr lang="fr-FR"/>
              <a:t>Modifiez le style des sous-titres du masque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01/04/2025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85661271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01/04/2025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1803713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9494" y="1884671"/>
            <a:ext cx="9221689" cy="3144614"/>
          </a:xfrm>
        </p:spPr>
        <p:txBody>
          <a:bodyPr anchor="b"/>
          <a:lstStyle>
            <a:lvl1pPr>
              <a:defRPr sz="6614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9494" y="5059035"/>
            <a:ext cx="9221689" cy="1653678"/>
          </a:xfrm>
        </p:spPr>
        <p:txBody>
          <a:bodyPr/>
          <a:lstStyle>
            <a:lvl1pPr marL="0" indent="0">
              <a:buNone/>
              <a:defRPr sz="2646">
                <a:solidFill>
                  <a:schemeClr val="tx1"/>
                </a:solidFill>
              </a:defRPr>
            </a:lvl1pPr>
            <a:lvl2pPr marL="503972" indent="0">
              <a:buNone/>
              <a:defRPr sz="2205">
                <a:solidFill>
                  <a:schemeClr val="tx1">
                    <a:tint val="75000"/>
                  </a:schemeClr>
                </a:solidFill>
              </a:defRPr>
            </a:lvl2pPr>
            <a:lvl3pPr marL="1007943" indent="0">
              <a:buNone/>
              <a:defRPr sz="1984">
                <a:solidFill>
                  <a:schemeClr val="tx1">
                    <a:tint val="75000"/>
                  </a:schemeClr>
                </a:solidFill>
              </a:defRPr>
            </a:lvl3pPr>
            <a:lvl4pPr marL="1511915" indent="0">
              <a:buNone/>
              <a:defRPr sz="1764">
                <a:solidFill>
                  <a:schemeClr val="tx1">
                    <a:tint val="75000"/>
                  </a:schemeClr>
                </a:solidFill>
              </a:defRPr>
            </a:lvl4pPr>
            <a:lvl5pPr marL="2015886" indent="0">
              <a:buNone/>
              <a:defRPr sz="1764">
                <a:solidFill>
                  <a:schemeClr val="tx1">
                    <a:tint val="75000"/>
                  </a:schemeClr>
                </a:solidFill>
              </a:defRPr>
            </a:lvl5pPr>
            <a:lvl6pPr marL="2519858" indent="0">
              <a:buNone/>
              <a:defRPr sz="1764">
                <a:solidFill>
                  <a:schemeClr val="tx1">
                    <a:tint val="75000"/>
                  </a:schemeClr>
                </a:solidFill>
              </a:defRPr>
            </a:lvl6pPr>
            <a:lvl7pPr marL="3023829" indent="0">
              <a:buNone/>
              <a:defRPr sz="1764">
                <a:solidFill>
                  <a:schemeClr val="tx1">
                    <a:tint val="75000"/>
                  </a:schemeClr>
                </a:solidFill>
              </a:defRPr>
            </a:lvl7pPr>
            <a:lvl8pPr marL="3527801" indent="0">
              <a:buNone/>
              <a:defRPr sz="1764">
                <a:solidFill>
                  <a:schemeClr val="tx1">
                    <a:tint val="75000"/>
                  </a:schemeClr>
                </a:solidFill>
              </a:defRPr>
            </a:lvl8pPr>
            <a:lvl9pPr marL="4031772" indent="0">
              <a:buNone/>
              <a:defRPr sz="1764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01/04/2025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1763213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735062" y="2012414"/>
            <a:ext cx="4544021" cy="4796544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412730" y="2012414"/>
            <a:ext cx="4544021" cy="4796544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01/04/2025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1478039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6455" y="402484"/>
            <a:ext cx="9221689" cy="1461188"/>
          </a:xfrm>
        </p:spPr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36456" y="1853171"/>
            <a:ext cx="4523137" cy="908210"/>
          </a:xfrm>
        </p:spPr>
        <p:txBody>
          <a:bodyPr anchor="b"/>
          <a:lstStyle>
            <a:lvl1pPr marL="0" indent="0">
              <a:buNone/>
              <a:defRPr sz="2646" b="1"/>
            </a:lvl1pPr>
            <a:lvl2pPr marL="503972" indent="0">
              <a:buNone/>
              <a:defRPr sz="2205" b="1"/>
            </a:lvl2pPr>
            <a:lvl3pPr marL="1007943" indent="0">
              <a:buNone/>
              <a:defRPr sz="1984" b="1"/>
            </a:lvl3pPr>
            <a:lvl4pPr marL="1511915" indent="0">
              <a:buNone/>
              <a:defRPr sz="1764" b="1"/>
            </a:lvl4pPr>
            <a:lvl5pPr marL="2015886" indent="0">
              <a:buNone/>
              <a:defRPr sz="1764" b="1"/>
            </a:lvl5pPr>
            <a:lvl6pPr marL="2519858" indent="0">
              <a:buNone/>
              <a:defRPr sz="1764" b="1"/>
            </a:lvl6pPr>
            <a:lvl7pPr marL="3023829" indent="0">
              <a:buNone/>
              <a:defRPr sz="1764" b="1"/>
            </a:lvl7pPr>
            <a:lvl8pPr marL="3527801" indent="0">
              <a:buNone/>
              <a:defRPr sz="1764" b="1"/>
            </a:lvl8pPr>
            <a:lvl9pPr marL="4031772" indent="0">
              <a:buNone/>
              <a:defRPr sz="1764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36456" y="2761381"/>
            <a:ext cx="4523137" cy="4061576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412731" y="1853171"/>
            <a:ext cx="4545413" cy="908210"/>
          </a:xfrm>
        </p:spPr>
        <p:txBody>
          <a:bodyPr anchor="b"/>
          <a:lstStyle>
            <a:lvl1pPr marL="0" indent="0">
              <a:buNone/>
              <a:defRPr sz="2646" b="1"/>
            </a:lvl1pPr>
            <a:lvl2pPr marL="503972" indent="0">
              <a:buNone/>
              <a:defRPr sz="2205" b="1"/>
            </a:lvl2pPr>
            <a:lvl3pPr marL="1007943" indent="0">
              <a:buNone/>
              <a:defRPr sz="1984" b="1"/>
            </a:lvl3pPr>
            <a:lvl4pPr marL="1511915" indent="0">
              <a:buNone/>
              <a:defRPr sz="1764" b="1"/>
            </a:lvl4pPr>
            <a:lvl5pPr marL="2015886" indent="0">
              <a:buNone/>
              <a:defRPr sz="1764" b="1"/>
            </a:lvl5pPr>
            <a:lvl6pPr marL="2519858" indent="0">
              <a:buNone/>
              <a:defRPr sz="1764" b="1"/>
            </a:lvl6pPr>
            <a:lvl7pPr marL="3023829" indent="0">
              <a:buNone/>
              <a:defRPr sz="1764" b="1"/>
            </a:lvl7pPr>
            <a:lvl8pPr marL="3527801" indent="0">
              <a:buNone/>
              <a:defRPr sz="1764" b="1"/>
            </a:lvl8pPr>
            <a:lvl9pPr marL="4031772" indent="0">
              <a:buNone/>
              <a:defRPr sz="1764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412731" y="2761381"/>
            <a:ext cx="4545413" cy="4061576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01/04/2025</a:t>
            </a:fld>
            <a:endParaRPr lang="fr-F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4152171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01/04/2025</a:t>
            </a:fld>
            <a:endParaRPr lang="fr-F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1907088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01/04/2025</a:t>
            </a:fld>
            <a:endParaRPr lang="fr-FR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7920590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6455" y="503978"/>
            <a:ext cx="3448388" cy="1763924"/>
          </a:xfrm>
        </p:spPr>
        <p:txBody>
          <a:bodyPr anchor="b"/>
          <a:lstStyle>
            <a:lvl1pPr>
              <a:defRPr sz="3527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45413" y="1088455"/>
            <a:ext cx="5412730" cy="5372269"/>
          </a:xfrm>
        </p:spPr>
        <p:txBody>
          <a:bodyPr/>
          <a:lstStyle>
            <a:lvl1pPr>
              <a:defRPr sz="3527"/>
            </a:lvl1pPr>
            <a:lvl2pPr>
              <a:defRPr sz="3086"/>
            </a:lvl2pPr>
            <a:lvl3pPr>
              <a:defRPr sz="2646"/>
            </a:lvl3pPr>
            <a:lvl4pPr>
              <a:defRPr sz="2205"/>
            </a:lvl4pPr>
            <a:lvl5pPr>
              <a:defRPr sz="2205"/>
            </a:lvl5pPr>
            <a:lvl6pPr>
              <a:defRPr sz="2205"/>
            </a:lvl6pPr>
            <a:lvl7pPr>
              <a:defRPr sz="2205"/>
            </a:lvl7pPr>
            <a:lvl8pPr>
              <a:defRPr sz="2205"/>
            </a:lvl8pPr>
            <a:lvl9pPr>
              <a:defRPr sz="2205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36455" y="2267902"/>
            <a:ext cx="3448388" cy="4201570"/>
          </a:xfrm>
        </p:spPr>
        <p:txBody>
          <a:bodyPr/>
          <a:lstStyle>
            <a:lvl1pPr marL="0" indent="0">
              <a:buNone/>
              <a:defRPr sz="1764"/>
            </a:lvl1pPr>
            <a:lvl2pPr marL="503972" indent="0">
              <a:buNone/>
              <a:defRPr sz="1543"/>
            </a:lvl2pPr>
            <a:lvl3pPr marL="1007943" indent="0">
              <a:buNone/>
              <a:defRPr sz="1323"/>
            </a:lvl3pPr>
            <a:lvl4pPr marL="1511915" indent="0">
              <a:buNone/>
              <a:defRPr sz="1102"/>
            </a:lvl4pPr>
            <a:lvl5pPr marL="2015886" indent="0">
              <a:buNone/>
              <a:defRPr sz="1102"/>
            </a:lvl5pPr>
            <a:lvl6pPr marL="2519858" indent="0">
              <a:buNone/>
              <a:defRPr sz="1102"/>
            </a:lvl6pPr>
            <a:lvl7pPr marL="3023829" indent="0">
              <a:buNone/>
              <a:defRPr sz="1102"/>
            </a:lvl7pPr>
            <a:lvl8pPr marL="3527801" indent="0">
              <a:buNone/>
              <a:defRPr sz="1102"/>
            </a:lvl8pPr>
            <a:lvl9pPr marL="4031772" indent="0">
              <a:buNone/>
              <a:defRPr sz="1102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01/04/2025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1703363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6455" y="503978"/>
            <a:ext cx="3448388" cy="1763924"/>
          </a:xfrm>
        </p:spPr>
        <p:txBody>
          <a:bodyPr anchor="b"/>
          <a:lstStyle>
            <a:lvl1pPr>
              <a:defRPr sz="3527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545413" y="1088455"/>
            <a:ext cx="5412730" cy="5372269"/>
          </a:xfrm>
        </p:spPr>
        <p:txBody>
          <a:bodyPr anchor="t"/>
          <a:lstStyle>
            <a:lvl1pPr marL="0" indent="0">
              <a:buNone/>
              <a:defRPr sz="3527"/>
            </a:lvl1pPr>
            <a:lvl2pPr marL="503972" indent="0">
              <a:buNone/>
              <a:defRPr sz="3086"/>
            </a:lvl2pPr>
            <a:lvl3pPr marL="1007943" indent="0">
              <a:buNone/>
              <a:defRPr sz="2646"/>
            </a:lvl3pPr>
            <a:lvl4pPr marL="1511915" indent="0">
              <a:buNone/>
              <a:defRPr sz="2205"/>
            </a:lvl4pPr>
            <a:lvl5pPr marL="2015886" indent="0">
              <a:buNone/>
              <a:defRPr sz="2205"/>
            </a:lvl5pPr>
            <a:lvl6pPr marL="2519858" indent="0">
              <a:buNone/>
              <a:defRPr sz="2205"/>
            </a:lvl6pPr>
            <a:lvl7pPr marL="3023829" indent="0">
              <a:buNone/>
              <a:defRPr sz="2205"/>
            </a:lvl7pPr>
            <a:lvl8pPr marL="3527801" indent="0">
              <a:buNone/>
              <a:defRPr sz="2205"/>
            </a:lvl8pPr>
            <a:lvl9pPr marL="4031772" indent="0">
              <a:buNone/>
              <a:defRPr sz="2205"/>
            </a:lvl9pPr>
          </a:lstStyle>
          <a:p>
            <a:r>
              <a:rPr lang="fr-FR"/>
              <a:t>Cliquez sur l'icône pour ajouter une image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36455" y="2267902"/>
            <a:ext cx="3448388" cy="4201570"/>
          </a:xfrm>
        </p:spPr>
        <p:txBody>
          <a:bodyPr/>
          <a:lstStyle>
            <a:lvl1pPr marL="0" indent="0">
              <a:buNone/>
              <a:defRPr sz="1764"/>
            </a:lvl1pPr>
            <a:lvl2pPr marL="503972" indent="0">
              <a:buNone/>
              <a:defRPr sz="1543"/>
            </a:lvl2pPr>
            <a:lvl3pPr marL="1007943" indent="0">
              <a:buNone/>
              <a:defRPr sz="1323"/>
            </a:lvl3pPr>
            <a:lvl4pPr marL="1511915" indent="0">
              <a:buNone/>
              <a:defRPr sz="1102"/>
            </a:lvl4pPr>
            <a:lvl5pPr marL="2015886" indent="0">
              <a:buNone/>
              <a:defRPr sz="1102"/>
            </a:lvl5pPr>
            <a:lvl6pPr marL="2519858" indent="0">
              <a:buNone/>
              <a:defRPr sz="1102"/>
            </a:lvl6pPr>
            <a:lvl7pPr marL="3023829" indent="0">
              <a:buNone/>
              <a:defRPr sz="1102"/>
            </a:lvl7pPr>
            <a:lvl8pPr marL="3527801" indent="0">
              <a:buNone/>
              <a:defRPr sz="1102"/>
            </a:lvl8pPr>
            <a:lvl9pPr marL="4031772" indent="0">
              <a:buNone/>
              <a:defRPr sz="1102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01/04/2025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8037976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01/04/2025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2610300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651329" y="402483"/>
            <a:ext cx="2305422" cy="6406475"/>
          </a:xfrm>
        </p:spPr>
        <p:txBody>
          <a:bodyPr vert="eaVert"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35063" y="402483"/>
            <a:ext cx="6782619" cy="6406475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01/04/2025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82030132"/>
      </p:ext>
    </p:extLst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35062" y="402484"/>
            <a:ext cx="9221689" cy="146118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35062" y="2012414"/>
            <a:ext cx="9221689" cy="479654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35062" y="7006700"/>
            <a:ext cx="2405658" cy="4024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323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FE3C962-9C9D-46DF-A443-FF18222A4B08}" type="datetimeFigureOut">
              <a:rPr lang="fr-FR" smtClean="0"/>
              <a:t>01/04/2025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541663" y="7006700"/>
            <a:ext cx="3608487" cy="4024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323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551093" y="7006700"/>
            <a:ext cx="2405658" cy="4024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323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2909054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87" r:id="rId1"/>
    <p:sldLayoutId id="2147483788" r:id="rId2"/>
    <p:sldLayoutId id="2147483789" r:id="rId3"/>
    <p:sldLayoutId id="2147483790" r:id="rId4"/>
    <p:sldLayoutId id="2147483791" r:id="rId5"/>
    <p:sldLayoutId id="2147483792" r:id="rId6"/>
    <p:sldLayoutId id="2147483793" r:id="rId7"/>
    <p:sldLayoutId id="2147483794" r:id="rId8"/>
    <p:sldLayoutId id="2147483795" r:id="rId9"/>
    <p:sldLayoutId id="2147483796" r:id="rId10"/>
    <p:sldLayoutId id="2147483797" r:id="rId11"/>
  </p:sldLayoutIdLst>
  <p:txStyles>
    <p:titleStyle>
      <a:lvl1pPr algn="l" defTabSz="1007943" rtl="0" eaLnBrk="1" latinLnBrk="0" hangingPunct="1">
        <a:lnSpc>
          <a:spcPct val="90000"/>
        </a:lnSpc>
        <a:spcBef>
          <a:spcPct val="0"/>
        </a:spcBef>
        <a:buNone/>
        <a:defRPr sz="485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51986" indent="-251986" algn="l" defTabSz="1007943" rtl="0" eaLnBrk="1" latinLnBrk="0" hangingPunct="1">
        <a:lnSpc>
          <a:spcPct val="90000"/>
        </a:lnSpc>
        <a:spcBef>
          <a:spcPts val="1102"/>
        </a:spcBef>
        <a:buFont typeface="Arial" panose="020B0604020202020204" pitchFamily="34" charset="0"/>
        <a:buChar char="•"/>
        <a:defRPr sz="3086" kern="1200">
          <a:solidFill>
            <a:schemeClr val="tx1"/>
          </a:solidFill>
          <a:latin typeface="+mn-lt"/>
          <a:ea typeface="+mn-ea"/>
          <a:cs typeface="+mn-cs"/>
        </a:defRPr>
      </a:lvl1pPr>
      <a:lvl2pPr marL="755957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2646" kern="1200">
          <a:solidFill>
            <a:schemeClr val="tx1"/>
          </a:solidFill>
          <a:latin typeface="+mn-lt"/>
          <a:ea typeface="+mn-ea"/>
          <a:cs typeface="+mn-cs"/>
        </a:defRPr>
      </a:lvl2pPr>
      <a:lvl3pPr marL="1259929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2205" kern="1200">
          <a:solidFill>
            <a:schemeClr val="tx1"/>
          </a:solidFill>
          <a:latin typeface="+mn-lt"/>
          <a:ea typeface="+mn-ea"/>
          <a:cs typeface="+mn-cs"/>
        </a:defRPr>
      </a:lvl3pPr>
      <a:lvl4pPr marL="1763900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4pPr>
      <a:lvl5pPr marL="2267872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5pPr>
      <a:lvl6pPr marL="2771844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6pPr>
      <a:lvl7pPr marL="3275815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7pPr>
      <a:lvl8pPr marL="3779787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8pPr>
      <a:lvl9pPr marL="4283758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1pPr>
      <a:lvl2pPr marL="503972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2pPr>
      <a:lvl3pPr marL="1007943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3pPr>
      <a:lvl4pPr marL="1511915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4pPr>
      <a:lvl5pPr marL="2015886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5pPr>
      <a:lvl6pPr marL="2519858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6pPr>
      <a:lvl7pPr marL="3023829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7pPr>
      <a:lvl8pPr marL="3527801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8pPr>
      <a:lvl9pPr marL="4031772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381" userDrawn="1">
          <p15:clr>
            <a:srgbClr val="F26B43"/>
          </p15:clr>
        </p15:guide>
        <p15:guide id="2" pos="3368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jpeg"/></Relationships>
</file>

<file path=ppt/slides/_rels/slide2.xml.rels><?xml version="1.0" encoding="UTF-8" standalone="yes"?>
<Relationships xmlns="http://schemas.openxmlformats.org/package/2006/relationships"><Relationship Id="rId3" Type="http://schemas.openxmlformats.org/officeDocument/2006/relationships/image" Target="../media/image1.jpe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jpeg"/>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Rectangle 29">
            <a:extLst>
              <a:ext uri="{FF2B5EF4-FFF2-40B4-BE49-F238E27FC236}">
                <a16:creationId xmlns:a16="http://schemas.microsoft.com/office/drawing/2014/main" id="{9EF477E2-C40B-53F2-4E73-E528D3A2C405}"/>
              </a:ext>
            </a:extLst>
          </p:cNvPr>
          <p:cNvSpPr/>
          <p:nvPr/>
        </p:nvSpPr>
        <p:spPr>
          <a:xfrm>
            <a:off x="773907" y="6260361"/>
            <a:ext cx="9144000" cy="950379"/>
          </a:xfrm>
          <a:prstGeom prst="rect">
            <a:avLst/>
          </a:prstGeom>
          <a:solidFill>
            <a:srgbClr val="E94C5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539"/>
          </a:p>
        </p:txBody>
      </p:sp>
      <p:grpSp>
        <p:nvGrpSpPr>
          <p:cNvPr id="20" name="Groupe 19">
            <a:extLst>
              <a:ext uri="{FF2B5EF4-FFF2-40B4-BE49-F238E27FC236}">
                <a16:creationId xmlns:a16="http://schemas.microsoft.com/office/drawing/2014/main" id="{DD2BCCD6-264C-4806-801D-90037C7EBF61}"/>
              </a:ext>
            </a:extLst>
          </p:cNvPr>
          <p:cNvGrpSpPr/>
          <p:nvPr/>
        </p:nvGrpSpPr>
        <p:grpSpPr>
          <a:xfrm>
            <a:off x="4650338" y="3501649"/>
            <a:ext cx="5129126" cy="1008348"/>
            <a:chOff x="1309238" y="2095978"/>
            <a:chExt cx="4435954" cy="1179032"/>
          </a:xfrm>
        </p:grpSpPr>
        <p:sp>
          <p:nvSpPr>
            <p:cNvPr id="26" name="ZoneTexte 2">
              <a:extLst>
                <a:ext uri="{FF2B5EF4-FFF2-40B4-BE49-F238E27FC236}">
                  <a16:creationId xmlns:a16="http://schemas.microsoft.com/office/drawing/2014/main" id="{A86139E5-BF60-458F-9C83-52F185D91958}"/>
                </a:ext>
              </a:extLst>
            </p:cNvPr>
            <p:cNvSpPr txBox="1"/>
            <p:nvPr/>
          </p:nvSpPr>
          <p:spPr>
            <a:xfrm>
              <a:off x="1309239" y="2397817"/>
              <a:ext cx="3090948" cy="877193"/>
            </a:xfrm>
            <a:prstGeom prst="rect">
              <a:avLst/>
            </a:prstGeom>
            <a:noFill/>
          </p:spPr>
          <p:txBody>
            <a:bodyPr wrap="square" numCol="1" rtlCol="0" anchor="t">
              <a:spAutoFit/>
            </a:bodyPr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{{simulation.projet.utilisateur.agence.adresse1}}</a:t>
              </a:r>
            </a:p>
            <a:p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{{simulation.projet.utilisateur.agence.adresse2}}</a:t>
              </a:r>
            </a:p>
            <a:p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{{</a:t>
              </a:r>
              <a:r>
                <a:rPr lang="fr-FR" sz="855" dirty="0" err="1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simulation.projet.utilisateur.agence.codePostal</a:t>
              </a:r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}}</a:t>
              </a:r>
            </a:p>
            <a:p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{{</a:t>
              </a:r>
              <a:r>
                <a:rPr lang="fr-FR" sz="855" dirty="0" err="1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simulation.projet.utilisateur.agence.ville</a:t>
              </a:r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}}</a:t>
              </a:r>
            </a:p>
            <a:p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{{</a:t>
              </a:r>
              <a:r>
                <a:rPr lang="fr-FR" sz="855" dirty="0" err="1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simulation.projet.utilisateur.agence.telephone</a:t>
              </a:r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}} </a:t>
              </a:r>
            </a:p>
          </p:txBody>
        </p:sp>
        <p:sp>
          <p:nvSpPr>
            <p:cNvPr id="27" name="ZoneTexte 3">
              <a:extLst>
                <a:ext uri="{FF2B5EF4-FFF2-40B4-BE49-F238E27FC236}">
                  <a16:creationId xmlns:a16="http://schemas.microsoft.com/office/drawing/2014/main" id="{B98D8036-2BAB-486D-8B68-E5D222374095}"/>
                </a:ext>
              </a:extLst>
            </p:cNvPr>
            <p:cNvSpPr txBox="1"/>
            <p:nvPr/>
          </p:nvSpPr>
          <p:spPr>
            <a:xfrm>
              <a:off x="1309238" y="2095978"/>
              <a:ext cx="4435954" cy="261808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Agence de {{</a:t>
              </a:r>
              <a:r>
                <a:rPr lang="fr-FR" sz="855" dirty="0" err="1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simulation.projet.utilisateur.agence.nom</a:t>
              </a:r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}}</a:t>
              </a:r>
            </a:p>
          </p:txBody>
        </p:sp>
      </p:grpSp>
      <p:sp>
        <p:nvSpPr>
          <p:cNvPr id="21" name="ZoneTexte 4">
            <a:extLst>
              <a:ext uri="{FF2B5EF4-FFF2-40B4-BE49-F238E27FC236}">
                <a16:creationId xmlns:a16="http://schemas.microsoft.com/office/drawing/2014/main" id="{7A1E36F9-11B4-4546-8BD5-9E3F780AF026}"/>
              </a:ext>
            </a:extLst>
          </p:cNvPr>
          <p:cNvSpPr txBox="1"/>
          <p:nvPr/>
        </p:nvSpPr>
        <p:spPr>
          <a:xfrm>
            <a:off x="4650340" y="2163897"/>
            <a:ext cx="5129126" cy="22390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sz="855" b="1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{{</a:t>
            </a:r>
            <a:r>
              <a:rPr lang="fr-FR" sz="855" b="1" dirty="0" err="1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simulation.projet.utilisateur.prenom</a:t>
            </a:r>
            <a:r>
              <a:rPr lang="fr-FR" sz="855" b="1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}} {{</a:t>
            </a:r>
            <a:r>
              <a:rPr lang="fr-FR" sz="855" b="1" dirty="0" err="1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simulation.projet.utilisateur.nom</a:t>
            </a:r>
            <a:r>
              <a:rPr lang="fr-FR" sz="855" b="1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}}</a:t>
            </a:r>
          </a:p>
        </p:txBody>
      </p:sp>
      <p:sp>
        <p:nvSpPr>
          <p:cNvPr id="22" name="ZoneTexte 5">
            <a:extLst>
              <a:ext uri="{FF2B5EF4-FFF2-40B4-BE49-F238E27FC236}">
                <a16:creationId xmlns:a16="http://schemas.microsoft.com/office/drawing/2014/main" id="{7CE2E556-393F-47B6-8154-E2C9CBD516AD}"/>
              </a:ext>
            </a:extLst>
          </p:cNvPr>
          <p:cNvSpPr txBox="1"/>
          <p:nvPr/>
        </p:nvSpPr>
        <p:spPr>
          <a:xfrm>
            <a:off x="4650339" y="2560222"/>
            <a:ext cx="2845448" cy="487056"/>
          </a:xfrm>
          <a:prstGeom prst="rect">
            <a:avLst/>
          </a:prstGeom>
          <a:noFill/>
        </p:spPr>
        <p:txBody>
          <a:bodyPr wrap="square" numCol="1" rtlCol="0" anchor="t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sz="855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{{</a:t>
            </a:r>
            <a:r>
              <a:rPr lang="fr-FR" sz="855" dirty="0" err="1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simulation.projet.utilisateur.fonction.libelle</a:t>
            </a:r>
            <a:r>
              <a:rPr lang="fr-FR" sz="855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}}</a:t>
            </a:r>
          </a:p>
          <a:p>
            <a:r>
              <a:rPr lang="fr-FR" sz="855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{{</a:t>
            </a:r>
            <a:r>
              <a:rPr lang="fr-FR" sz="855" dirty="0" err="1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simulation.projet.utilisateur.telephone</a:t>
            </a:r>
            <a:r>
              <a:rPr lang="fr-FR" sz="855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}}</a:t>
            </a:r>
          </a:p>
          <a:p>
            <a:r>
              <a:rPr lang="fr-FR" sz="855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{{</a:t>
            </a:r>
            <a:r>
              <a:rPr lang="fr-FR" sz="855" dirty="0" err="1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simulation.projet.utilisateur.email</a:t>
            </a:r>
            <a:r>
              <a:rPr lang="fr-FR" sz="855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}} </a:t>
            </a:r>
          </a:p>
        </p:txBody>
      </p:sp>
      <p:pic>
        <p:nvPicPr>
          <p:cNvPr id="23" name="Image 22" descr="simulation.projet.utilisateur.imageModel">
            <a:extLst>
              <a:ext uri="{FF2B5EF4-FFF2-40B4-BE49-F238E27FC236}">
                <a16:creationId xmlns:a16="http://schemas.microsoft.com/office/drawing/2014/main" id="{540CED81-BD0A-453E-9948-FA30A2C1CC94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001056" y="2514167"/>
            <a:ext cx="551863" cy="554193"/>
          </a:xfrm>
          <a:prstGeom prst="ellipse">
            <a:avLst/>
          </a:prstGeom>
          <a:noFill/>
          <a:ln w="9525">
            <a:solidFill>
              <a:schemeClr val="bg1"/>
            </a:solidFill>
          </a:ln>
        </p:spPr>
      </p:pic>
      <p:pic>
        <p:nvPicPr>
          <p:cNvPr id="24" name="Image 23" descr="Une image contenant texte, clipart&#10;&#10;Description générée automatiquement">
            <a:extLst>
              <a:ext uri="{FF2B5EF4-FFF2-40B4-BE49-F238E27FC236}">
                <a16:creationId xmlns:a16="http://schemas.microsoft.com/office/drawing/2014/main" id="{4684AE28-7531-4A2C-B937-8E66BC224438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694374" y="2801184"/>
            <a:ext cx="2083766" cy="908637"/>
          </a:xfrm>
          <a:prstGeom prst="rect">
            <a:avLst/>
          </a:prstGeom>
        </p:spPr>
      </p:pic>
      <p:cxnSp>
        <p:nvCxnSpPr>
          <p:cNvPr id="25" name="Connecteur droit 24">
            <a:extLst>
              <a:ext uri="{FF2B5EF4-FFF2-40B4-BE49-F238E27FC236}">
                <a16:creationId xmlns:a16="http://schemas.microsoft.com/office/drawing/2014/main" id="{EC0E3490-8873-4409-8CA5-98FA58BB64E0}"/>
              </a:ext>
            </a:extLst>
          </p:cNvPr>
          <p:cNvCxnSpPr/>
          <p:nvPr/>
        </p:nvCxnSpPr>
        <p:spPr>
          <a:xfrm>
            <a:off x="4197771" y="2275851"/>
            <a:ext cx="0" cy="2109093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9" name="ZoneTexte 28">
            <a:extLst>
              <a:ext uri="{FF2B5EF4-FFF2-40B4-BE49-F238E27FC236}">
                <a16:creationId xmlns:a16="http://schemas.microsoft.com/office/drawing/2014/main" id="{4F944ED9-DC5E-3F49-E7CD-3129A8E1A59A}"/>
              </a:ext>
            </a:extLst>
          </p:cNvPr>
          <p:cNvSpPr txBox="1"/>
          <p:nvPr/>
        </p:nvSpPr>
        <p:spPr>
          <a:xfrm>
            <a:off x="1042730" y="6610547"/>
            <a:ext cx="6134015" cy="2766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98" b="1" dirty="0">
                <a:solidFill>
                  <a:schemeClr val="bg1"/>
                </a:solidFill>
                <a:latin typeface="Century Gothic" panose="020B0502020202020204" pitchFamily="34" charset="0"/>
              </a:rPr>
              <a:t>Retrouvez toute notre actualité sur www.koesio.com et sur nos réseaux sociaux !</a:t>
            </a:r>
          </a:p>
        </p:txBody>
      </p:sp>
      <p:cxnSp>
        <p:nvCxnSpPr>
          <p:cNvPr id="31" name="Connecteur droit 30">
            <a:extLst>
              <a:ext uri="{FF2B5EF4-FFF2-40B4-BE49-F238E27FC236}">
                <a16:creationId xmlns:a16="http://schemas.microsoft.com/office/drawing/2014/main" id="{5BA8092E-CF58-00B3-09CA-1F27773E2355}"/>
              </a:ext>
            </a:extLst>
          </p:cNvPr>
          <p:cNvCxnSpPr>
            <a:cxnSpLocks/>
          </p:cNvCxnSpPr>
          <p:nvPr/>
        </p:nvCxnSpPr>
        <p:spPr>
          <a:xfrm>
            <a:off x="7409808" y="6571268"/>
            <a:ext cx="0" cy="335082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2" name="Image 31" descr="Une image contenant texte, clipart&#10;&#10;Description générée automatiquement">
            <a:extLst>
              <a:ext uri="{FF2B5EF4-FFF2-40B4-BE49-F238E27FC236}">
                <a16:creationId xmlns:a16="http://schemas.microsoft.com/office/drawing/2014/main" id="{2F3AE8E1-CF08-2DA7-D528-0BA5BE9FFC2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87064" y="6610545"/>
            <a:ext cx="274666" cy="274666"/>
          </a:xfrm>
          <a:prstGeom prst="rect">
            <a:avLst/>
          </a:prstGeom>
        </p:spPr>
      </p:pic>
      <p:pic>
        <p:nvPicPr>
          <p:cNvPr id="33" name="Image 32">
            <a:extLst>
              <a:ext uri="{FF2B5EF4-FFF2-40B4-BE49-F238E27FC236}">
                <a16:creationId xmlns:a16="http://schemas.microsoft.com/office/drawing/2014/main" id="{FA676583-F7C5-260E-EFB8-91769338208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07706" y="6610545"/>
            <a:ext cx="274666" cy="274666"/>
          </a:xfrm>
          <a:prstGeom prst="rect">
            <a:avLst/>
          </a:prstGeom>
        </p:spPr>
      </p:pic>
      <p:pic>
        <p:nvPicPr>
          <p:cNvPr id="35" name="Image 34" descr="Une image contenant texte, clipart&#10;&#10;Description générée automatiquement">
            <a:extLst>
              <a:ext uri="{FF2B5EF4-FFF2-40B4-BE49-F238E27FC236}">
                <a16:creationId xmlns:a16="http://schemas.microsoft.com/office/drawing/2014/main" id="{4046D5FB-63AC-EE00-060B-CEB255E77E7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028347" y="6610545"/>
            <a:ext cx="274666" cy="274666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D027FA17-FC54-F58E-CCF3-358839F736C8}"/>
              </a:ext>
            </a:extLst>
          </p:cNvPr>
          <p:cNvSpPr/>
          <p:nvPr/>
        </p:nvSpPr>
        <p:spPr>
          <a:xfrm>
            <a:off x="230" y="0"/>
            <a:ext cx="203515" cy="7559675"/>
          </a:xfrm>
          <a:prstGeom prst="rect">
            <a:avLst/>
          </a:prstGeom>
          <a:solidFill>
            <a:srgbClr val="6D378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97" dirty="0"/>
          </a:p>
        </p:txBody>
      </p:sp>
    </p:spTree>
    <p:extLst>
      <p:ext uri="{BB962C8B-B14F-4D97-AF65-F5344CB8AC3E}">
        <p14:creationId xmlns:p14="http://schemas.microsoft.com/office/powerpoint/2010/main" val="318302132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Rectangle 29">
            <a:extLst>
              <a:ext uri="{FF2B5EF4-FFF2-40B4-BE49-F238E27FC236}">
                <a16:creationId xmlns:a16="http://schemas.microsoft.com/office/drawing/2014/main" id="{9EF477E2-C40B-53F2-4E73-E528D3A2C405}"/>
              </a:ext>
            </a:extLst>
          </p:cNvPr>
          <p:cNvSpPr/>
          <p:nvPr/>
        </p:nvSpPr>
        <p:spPr>
          <a:xfrm>
            <a:off x="773907" y="6260361"/>
            <a:ext cx="9144000" cy="950379"/>
          </a:xfrm>
          <a:prstGeom prst="rect">
            <a:avLst/>
          </a:prstGeom>
          <a:solidFill>
            <a:srgbClr val="E94C5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539"/>
          </a:p>
        </p:txBody>
      </p:sp>
      <p:grpSp>
        <p:nvGrpSpPr>
          <p:cNvPr id="20" name="Groupe 19">
            <a:extLst>
              <a:ext uri="{FF2B5EF4-FFF2-40B4-BE49-F238E27FC236}">
                <a16:creationId xmlns:a16="http://schemas.microsoft.com/office/drawing/2014/main" id="{DD2BCCD6-264C-4806-801D-90037C7EBF61}"/>
              </a:ext>
            </a:extLst>
          </p:cNvPr>
          <p:cNvGrpSpPr/>
          <p:nvPr/>
        </p:nvGrpSpPr>
        <p:grpSpPr>
          <a:xfrm>
            <a:off x="4650338" y="3501649"/>
            <a:ext cx="5129126" cy="1008348"/>
            <a:chOff x="1309238" y="2095978"/>
            <a:chExt cx="4435954" cy="1179032"/>
          </a:xfrm>
        </p:grpSpPr>
        <p:sp>
          <p:nvSpPr>
            <p:cNvPr id="26" name="ZoneTexte 2">
              <a:extLst>
                <a:ext uri="{FF2B5EF4-FFF2-40B4-BE49-F238E27FC236}">
                  <a16:creationId xmlns:a16="http://schemas.microsoft.com/office/drawing/2014/main" id="{A86139E5-BF60-458F-9C83-52F185D91958}"/>
                </a:ext>
              </a:extLst>
            </p:cNvPr>
            <p:cNvSpPr txBox="1"/>
            <p:nvPr/>
          </p:nvSpPr>
          <p:spPr>
            <a:xfrm>
              <a:off x="1309239" y="2397817"/>
              <a:ext cx="3090948" cy="877193"/>
            </a:xfrm>
            <a:prstGeom prst="rect">
              <a:avLst/>
            </a:prstGeom>
            <a:noFill/>
          </p:spPr>
          <p:txBody>
            <a:bodyPr wrap="square" numCol="1" rtlCol="0" anchor="t">
              <a:spAutoFit/>
            </a:bodyPr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{{simulation.projet.utilisateur.agence.adresse1}}</a:t>
              </a:r>
            </a:p>
            <a:p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{{simulation.projet.utilisateur.agence.adresse2}}</a:t>
              </a:r>
            </a:p>
            <a:p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{{</a:t>
              </a:r>
              <a:r>
                <a:rPr lang="fr-FR" sz="855" dirty="0" err="1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simulation.projet.utilisateur.agence.codePostal</a:t>
              </a:r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}}</a:t>
              </a:r>
            </a:p>
            <a:p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{{</a:t>
              </a:r>
              <a:r>
                <a:rPr lang="fr-FR" sz="855" dirty="0" err="1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simulation.projet.utilisateur.agence.ville</a:t>
              </a:r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}}</a:t>
              </a:r>
            </a:p>
            <a:p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{{</a:t>
              </a:r>
              <a:r>
                <a:rPr lang="fr-FR" sz="855" dirty="0" err="1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simulation.projet.utilisateur.agence.telephone</a:t>
              </a:r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}} </a:t>
              </a:r>
            </a:p>
          </p:txBody>
        </p:sp>
        <p:sp>
          <p:nvSpPr>
            <p:cNvPr id="27" name="ZoneTexte 3">
              <a:extLst>
                <a:ext uri="{FF2B5EF4-FFF2-40B4-BE49-F238E27FC236}">
                  <a16:creationId xmlns:a16="http://schemas.microsoft.com/office/drawing/2014/main" id="{B98D8036-2BAB-486D-8B68-E5D222374095}"/>
                </a:ext>
              </a:extLst>
            </p:cNvPr>
            <p:cNvSpPr txBox="1"/>
            <p:nvPr/>
          </p:nvSpPr>
          <p:spPr>
            <a:xfrm>
              <a:off x="1309238" y="2095978"/>
              <a:ext cx="4435954" cy="261808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Agence de {{</a:t>
              </a:r>
              <a:r>
                <a:rPr lang="fr-FR" sz="855" dirty="0" err="1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simulation.projet.utilisateur.agence.nom</a:t>
              </a:r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}}</a:t>
              </a:r>
            </a:p>
          </p:txBody>
        </p:sp>
      </p:grpSp>
      <p:sp>
        <p:nvSpPr>
          <p:cNvPr id="21" name="ZoneTexte 4">
            <a:extLst>
              <a:ext uri="{FF2B5EF4-FFF2-40B4-BE49-F238E27FC236}">
                <a16:creationId xmlns:a16="http://schemas.microsoft.com/office/drawing/2014/main" id="{7A1E36F9-11B4-4546-8BD5-9E3F780AF026}"/>
              </a:ext>
            </a:extLst>
          </p:cNvPr>
          <p:cNvSpPr txBox="1"/>
          <p:nvPr/>
        </p:nvSpPr>
        <p:spPr>
          <a:xfrm>
            <a:off x="4650340" y="2163897"/>
            <a:ext cx="5129126" cy="22390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sz="855" b="1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{{</a:t>
            </a:r>
            <a:r>
              <a:rPr lang="fr-FR" sz="855" b="1" dirty="0" err="1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simulation.projet.utilisateur.prenom</a:t>
            </a:r>
            <a:r>
              <a:rPr lang="fr-FR" sz="855" b="1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}} {{</a:t>
            </a:r>
            <a:r>
              <a:rPr lang="fr-FR" sz="855" b="1" dirty="0" err="1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simulation.projet.utilisateur.nom</a:t>
            </a:r>
            <a:r>
              <a:rPr lang="fr-FR" sz="855" b="1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}}</a:t>
            </a:r>
          </a:p>
        </p:txBody>
      </p:sp>
      <p:sp>
        <p:nvSpPr>
          <p:cNvPr id="22" name="ZoneTexte 5">
            <a:extLst>
              <a:ext uri="{FF2B5EF4-FFF2-40B4-BE49-F238E27FC236}">
                <a16:creationId xmlns:a16="http://schemas.microsoft.com/office/drawing/2014/main" id="{7CE2E556-393F-47B6-8154-E2C9CBD516AD}"/>
              </a:ext>
            </a:extLst>
          </p:cNvPr>
          <p:cNvSpPr txBox="1"/>
          <p:nvPr/>
        </p:nvSpPr>
        <p:spPr>
          <a:xfrm>
            <a:off x="4650339" y="2560222"/>
            <a:ext cx="2845448" cy="487056"/>
          </a:xfrm>
          <a:prstGeom prst="rect">
            <a:avLst/>
          </a:prstGeom>
          <a:noFill/>
        </p:spPr>
        <p:txBody>
          <a:bodyPr wrap="square" numCol="1" rtlCol="0" anchor="t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sz="855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{{</a:t>
            </a:r>
            <a:r>
              <a:rPr lang="fr-FR" sz="855" dirty="0" err="1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simulation.projet.utilisateur.fonction.libelle</a:t>
            </a:r>
            <a:r>
              <a:rPr lang="fr-FR" sz="855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}}</a:t>
            </a:r>
          </a:p>
          <a:p>
            <a:r>
              <a:rPr lang="fr-FR" sz="855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{{</a:t>
            </a:r>
            <a:r>
              <a:rPr lang="fr-FR" sz="855" dirty="0" err="1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simulation.projet.utilisateur.telephone</a:t>
            </a:r>
            <a:r>
              <a:rPr lang="fr-FR" sz="855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}}</a:t>
            </a:r>
          </a:p>
          <a:p>
            <a:r>
              <a:rPr lang="fr-FR" sz="855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{{</a:t>
            </a:r>
            <a:r>
              <a:rPr lang="fr-FR" sz="855" dirty="0" err="1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simulation.projet.utilisateur.email</a:t>
            </a:r>
            <a:r>
              <a:rPr lang="fr-FR" sz="855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}} </a:t>
            </a:r>
          </a:p>
        </p:txBody>
      </p:sp>
      <p:pic>
        <p:nvPicPr>
          <p:cNvPr id="23" name="Image 22" descr="simulation.projet.utilisateur.imageModel">
            <a:extLst>
              <a:ext uri="{FF2B5EF4-FFF2-40B4-BE49-F238E27FC236}">
                <a16:creationId xmlns:a16="http://schemas.microsoft.com/office/drawing/2014/main" id="{540CED81-BD0A-453E-9948-FA30A2C1CC94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001056" y="2514167"/>
            <a:ext cx="551863" cy="554193"/>
          </a:xfrm>
          <a:prstGeom prst="ellipse">
            <a:avLst/>
          </a:prstGeom>
          <a:noFill/>
          <a:ln w="9525">
            <a:solidFill>
              <a:schemeClr val="bg1"/>
            </a:solidFill>
          </a:ln>
        </p:spPr>
      </p:pic>
      <p:pic>
        <p:nvPicPr>
          <p:cNvPr id="24" name="Image 23" descr="Une image contenant texte, clipart&#10;&#10;Description générée automatiquement">
            <a:extLst>
              <a:ext uri="{FF2B5EF4-FFF2-40B4-BE49-F238E27FC236}">
                <a16:creationId xmlns:a16="http://schemas.microsoft.com/office/drawing/2014/main" id="{4684AE28-7531-4A2C-B937-8E66BC224438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694374" y="2801184"/>
            <a:ext cx="2083766" cy="908637"/>
          </a:xfrm>
          <a:prstGeom prst="rect">
            <a:avLst/>
          </a:prstGeom>
        </p:spPr>
      </p:pic>
      <p:cxnSp>
        <p:nvCxnSpPr>
          <p:cNvPr id="25" name="Connecteur droit 24">
            <a:extLst>
              <a:ext uri="{FF2B5EF4-FFF2-40B4-BE49-F238E27FC236}">
                <a16:creationId xmlns:a16="http://schemas.microsoft.com/office/drawing/2014/main" id="{EC0E3490-8873-4409-8CA5-98FA58BB64E0}"/>
              </a:ext>
            </a:extLst>
          </p:cNvPr>
          <p:cNvCxnSpPr/>
          <p:nvPr/>
        </p:nvCxnSpPr>
        <p:spPr>
          <a:xfrm>
            <a:off x="4197771" y="2275851"/>
            <a:ext cx="0" cy="2109093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9" name="ZoneTexte 28">
            <a:extLst>
              <a:ext uri="{FF2B5EF4-FFF2-40B4-BE49-F238E27FC236}">
                <a16:creationId xmlns:a16="http://schemas.microsoft.com/office/drawing/2014/main" id="{4F944ED9-DC5E-3F49-E7CD-3129A8E1A59A}"/>
              </a:ext>
            </a:extLst>
          </p:cNvPr>
          <p:cNvSpPr txBox="1"/>
          <p:nvPr/>
        </p:nvSpPr>
        <p:spPr>
          <a:xfrm>
            <a:off x="1042730" y="6610547"/>
            <a:ext cx="6134015" cy="2766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98" b="1" dirty="0">
                <a:solidFill>
                  <a:schemeClr val="bg1"/>
                </a:solidFill>
                <a:latin typeface="Century Gothic" panose="020B0502020202020204" pitchFamily="34" charset="0"/>
              </a:rPr>
              <a:t>Retrouvez toute notre actualité sur www.koesio.com et sur nos réseaux sociaux !</a:t>
            </a:r>
          </a:p>
        </p:txBody>
      </p:sp>
      <p:cxnSp>
        <p:nvCxnSpPr>
          <p:cNvPr id="31" name="Connecteur droit 30">
            <a:extLst>
              <a:ext uri="{FF2B5EF4-FFF2-40B4-BE49-F238E27FC236}">
                <a16:creationId xmlns:a16="http://schemas.microsoft.com/office/drawing/2014/main" id="{5BA8092E-CF58-00B3-09CA-1F27773E2355}"/>
              </a:ext>
            </a:extLst>
          </p:cNvPr>
          <p:cNvCxnSpPr>
            <a:cxnSpLocks/>
          </p:cNvCxnSpPr>
          <p:nvPr/>
        </p:nvCxnSpPr>
        <p:spPr>
          <a:xfrm>
            <a:off x="7409808" y="6571268"/>
            <a:ext cx="0" cy="335082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2" name="Image 31" descr="Une image contenant texte, clipart&#10;&#10;Description générée automatiquement">
            <a:extLst>
              <a:ext uri="{FF2B5EF4-FFF2-40B4-BE49-F238E27FC236}">
                <a16:creationId xmlns:a16="http://schemas.microsoft.com/office/drawing/2014/main" id="{2F3AE8E1-CF08-2DA7-D528-0BA5BE9FFC2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87064" y="6610545"/>
            <a:ext cx="274666" cy="274666"/>
          </a:xfrm>
          <a:prstGeom prst="rect">
            <a:avLst/>
          </a:prstGeom>
        </p:spPr>
      </p:pic>
      <p:pic>
        <p:nvPicPr>
          <p:cNvPr id="33" name="Image 32">
            <a:extLst>
              <a:ext uri="{FF2B5EF4-FFF2-40B4-BE49-F238E27FC236}">
                <a16:creationId xmlns:a16="http://schemas.microsoft.com/office/drawing/2014/main" id="{FA676583-F7C5-260E-EFB8-91769338208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07706" y="6610545"/>
            <a:ext cx="274666" cy="274666"/>
          </a:xfrm>
          <a:prstGeom prst="rect">
            <a:avLst/>
          </a:prstGeom>
        </p:spPr>
      </p:pic>
      <p:pic>
        <p:nvPicPr>
          <p:cNvPr id="35" name="Image 34" descr="Une image contenant texte, clipart&#10;&#10;Description générée automatiquement">
            <a:extLst>
              <a:ext uri="{FF2B5EF4-FFF2-40B4-BE49-F238E27FC236}">
                <a16:creationId xmlns:a16="http://schemas.microsoft.com/office/drawing/2014/main" id="{4046D5FB-63AC-EE00-060B-CEB255E77E7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028347" y="6610545"/>
            <a:ext cx="274666" cy="274666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D027FA17-FC54-F58E-CCF3-358839F736C8}"/>
              </a:ext>
            </a:extLst>
          </p:cNvPr>
          <p:cNvSpPr/>
          <p:nvPr/>
        </p:nvSpPr>
        <p:spPr>
          <a:xfrm>
            <a:off x="230" y="0"/>
            <a:ext cx="203515" cy="7559675"/>
          </a:xfrm>
          <a:prstGeom prst="rect">
            <a:avLst/>
          </a:prstGeom>
          <a:solidFill>
            <a:srgbClr val="6D378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97" dirty="0"/>
          </a:p>
        </p:txBody>
      </p:sp>
    </p:spTree>
    <p:extLst>
      <p:ext uri="{BB962C8B-B14F-4D97-AF65-F5344CB8AC3E}">
        <p14:creationId xmlns:p14="http://schemas.microsoft.com/office/powerpoint/2010/main" val="3183021329"/>
      </p:ext>
    </p:extLst>
  </p:cSld>
  <p:clrMapOvr>
    <a:masterClrMapping/>
  </p:clrMapOvr>
</p:sld>
</file>

<file path=ppt/theme/theme1.xml><?xml version="1.0" encoding="utf-8"?>
<a:theme xmlns:a="http://schemas.openxmlformats.org/drawingml/2006/main" name="2_Thème Office 2013 – 2022">
  <a:themeElements>
    <a:clrScheme name="Koesio">
      <a:dk1>
        <a:srgbClr val="434341"/>
      </a:dk1>
      <a:lt1>
        <a:srgbClr val="FFFFFF"/>
      </a:lt1>
      <a:dk2>
        <a:srgbClr val="6E398E"/>
      </a:dk2>
      <a:lt2>
        <a:srgbClr val="E94B57"/>
      </a:lt2>
      <a:accent1>
        <a:srgbClr val="946AAB"/>
      </a:accent1>
      <a:accent2>
        <a:srgbClr val="F7A823"/>
      </a:accent2>
      <a:accent3>
        <a:srgbClr val="FFD618"/>
      </a:accent3>
      <a:accent4>
        <a:srgbClr val="95C11F"/>
      </a:accent4>
      <a:accent5>
        <a:srgbClr val="F7BFD9"/>
      </a:accent5>
      <a:accent6>
        <a:srgbClr val="6FCBF3"/>
      </a:accent6>
      <a:hlink>
        <a:srgbClr val="6E398E"/>
      </a:hlink>
      <a:folHlink>
        <a:srgbClr val="946AAB"/>
      </a:folHlink>
    </a:clrScheme>
    <a:fontScheme name="Thème Office 2013 – 2022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Thème Office 2013 – 2022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132</Words>
  <Application>Microsoft Office PowerPoint</Application>
  <PresentationFormat>Personnalisé</PresentationFormat>
  <Paragraphs>12</Paragraphs>
  <Slides>2</Slides>
  <Notes>2</Notes>
  <HiddenSlides>0</HiddenSlides>
  <MMClips>0</MMClips>
  <ScaleCrop>false</ScaleCrop>
  <HeadingPairs>
    <vt:vector size="6" baseType="variant">
      <vt:variant>
        <vt:lpstr>Polices utilisées</vt:lpstr>
      </vt:variant>
      <vt:variant>
        <vt:i4>5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</vt:i4>
      </vt:variant>
    </vt:vector>
  </HeadingPairs>
  <TitlesOfParts>
    <vt:vector size="7" baseType="lpstr">
      <vt:lpstr>Aptos</vt:lpstr>
      <vt:lpstr>Arial</vt:lpstr>
      <vt:lpstr>Calibri</vt:lpstr>
      <vt:lpstr>Calibri Light</vt:lpstr>
      <vt:lpstr>Century Gothic</vt:lpstr>
      <vt:lpstr>2_Thème Office 2013 – 2022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CORBEAUX Virginie</dc:creator>
  <cp:lastModifiedBy>virginie corbeaux</cp:lastModifiedBy>
  <cp:revision>72</cp:revision>
  <dcterms:created xsi:type="dcterms:W3CDTF">2024-10-29T15:06:39Z</dcterms:created>
  <dcterms:modified xsi:type="dcterms:W3CDTF">2025-04-01T11:16:56Z</dcterms:modified>
</cp:coreProperties>
</file>