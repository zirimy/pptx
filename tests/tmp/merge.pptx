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3"/>
  </p:notesMasterIdLst>
  <p:sldIdLst>
    <p:sldId id="279" r:id="rId2"/>
    <p:sldId id="280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5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5.xml"/><Relationship Id="rId11" Type="http://schemas.openxmlformats.org/officeDocument/2006/relationships/slideLayout" Target="../slideLayouts/slideLayout5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5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