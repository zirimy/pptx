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81"/>
            <p14:sldId id="257"/>
            <p14:sldId id="280"/>
            <p14:sldId id="284"/>
            <p14:sldId id="805"/>
            <p14:sldId id="799"/>
            <p14:sldId id="277"/>
            <p14:sldId id="800"/>
            <p14:sldId id="287"/>
            <p14:sldId id="797"/>
            <p14:sldId id="804"/>
            <p14:sldId id="803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0" r:id="rId2"/>
    <p:sldLayoutId id="2147483861" r:id="rId3"/>
    <p:sldLayoutId id="2147483862" r:id="rId4"/>
    <p:sldLayoutId id="2147483863" r:id="rId5"/>
    <p:sldLayoutId id="2147483864" r:id="rId6"/>
    <p:sldLayoutId id="2147483865" r:id="rId7"/>
    <p:sldLayoutId id="2147483866" r:id="rId8"/>
    <p:sldLayoutId id="2147483867" r:id="rId9"/>
    <p:sldLayoutId id="2147483868" r:id="rId10"/>
    <p:sldLayoutId id="2147483869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98.jpe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101.png"/><Relationship Id="rId4" Type="http://schemas.openxmlformats.org/officeDocument/2006/relationships/image" Target="../media/image10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15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