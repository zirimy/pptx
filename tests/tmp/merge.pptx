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1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22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 PROPALE TELECOM" id="{B0071AC5-CA5C-4B84-8CE8-7C94260FF46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FIN" id="{F9BB27DB-5C58-47A1-A1B8-D46C8599990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3470" y="254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5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9" r:id="rId1"/>
    <p:sldLayoutId id="2147483860" r:id="rId2"/>
    <p:sldLayoutId id="2147483861" r:id="rId3"/>
    <p:sldLayoutId id="2147483862" r:id="rId4"/>
    <p:sldLayoutId id="2147483863" r:id="rId5"/>
    <p:sldLayoutId id="2147483864" r:id="rId6"/>
    <p:sldLayoutId id="2147483865" r:id="rId7"/>
    <p:sldLayoutId id="2147483866" r:id="rId8"/>
    <p:sldLayoutId id="2147483867" r:id="rId9"/>
    <p:sldLayoutId id="2147483868" r:id="rId10"/>
    <p:sldLayoutId id="2147483869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98.jpe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101.png"/><Relationship Id="rId4" Type="http://schemas.openxmlformats.org/officeDocument/2006/relationships/image" Target="../media/image10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1177</Words>
  <Application>Microsoft Office PowerPoint</Application>
  <PresentationFormat>Personnalisé</PresentationFormat>
  <Paragraphs>326</Paragraphs>
  <Slides>15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Nova</vt:lpstr>
      <vt:lpstr>Calibri</vt:lpstr>
      <vt:lpstr>Calibri Light</vt:lpstr>
      <vt:lpstr>Century Gothic</vt:lpstr>
      <vt:lpstr>2_Thème Office 2013 – 2022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Jeremy TREDANT</cp:lastModifiedBy>
  <cp:revision>72</cp:revision>
  <dcterms:created xsi:type="dcterms:W3CDTF">2024-10-29T15:06:39Z</dcterms:created>
  <dcterms:modified xsi:type="dcterms:W3CDTF">2026-01-08T20:21:29Z</dcterms:modified>
</cp:coreProperties>
</file>