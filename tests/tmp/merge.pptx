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  <p:sldId id="271" r:id="rId31"/>
    <p:sldId id="272" r:id="rId33"/>
    <p:sldId id="273" r:id="rId52"/>
    <p:sldId id="274" r:id="rId54"/>
    <p:sldId id="275" r:id="rId75"/>
    <p:sldId id="276" r:id="rId76"/>
    <p:sldId id="277" r:id="rId90"/>
    <p:sldId id="278" r:id="rId91"/>
    <p:sldId id="279" r:id="rId97"/>
    <p:sldId id="280" r:id="rId98"/>
    <p:sldId id="281" r:id="rId113"/>
    <p:sldId id="282" r:id="rId114"/>
    <p:sldId id="283" r:id="rId135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Relationship Id="rId31" Type="http://schemas.openxmlformats.org/officeDocument/2006/relationships/slide" Target="slides/slide16.xml"/><Relationship Id="rId33" Type="http://schemas.openxmlformats.org/officeDocument/2006/relationships/slide" Target="slides/slide17.xml"/><Relationship Id="rId52" Type="http://schemas.openxmlformats.org/officeDocument/2006/relationships/slide" Target="slides/slide18.xml"/><Relationship Id="rId54" Type="http://schemas.openxmlformats.org/officeDocument/2006/relationships/slide" Target="slides/slide19.xml"/><Relationship Id="rId75" Type="http://schemas.openxmlformats.org/officeDocument/2006/relationships/slide" Target="slides/slide20.xml"/><Relationship Id="rId76" Type="http://schemas.openxmlformats.org/officeDocument/2006/relationships/slide" Target="slides/slide21.xml"/><Relationship Id="rId90" Type="http://schemas.openxmlformats.org/officeDocument/2006/relationships/slide" Target="slides/slide22.xml"/><Relationship Id="rId91" Type="http://schemas.openxmlformats.org/officeDocument/2006/relationships/slide" Target="slides/slide23.xml"/><Relationship Id="rId97" Type="http://schemas.openxmlformats.org/officeDocument/2006/relationships/slide" Target="slides/slide24.xml"/><Relationship Id="rId98" Type="http://schemas.openxmlformats.org/officeDocument/2006/relationships/slide" Target="slides/slide25.xml"/><Relationship Id="rId113" Type="http://schemas.openxmlformats.org/officeDocument/2006/relationships/slide" Target="slides/slide26.xml"/><Relationship Id="rId114" Type="http://schemas.openxmlformats.org/officeDocument/2006/relationships/slide" Target="slides/slide27.xml"/><Relationship Id="rId135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9" Type="http://schemas.openxmlformats.org/officeDocument/2006/relationships/theme" Target="theme/theme1.xml"/><Relationship Id="rId23" Type="http://schemas.openxmlformats.org/officeDocument/2006/relationships/image" Target="media/image7.png"/><Relationship Id="rId24" Type="http://schemas.openxmlformats.org/officeDocument/2006/relationships/image" Target="media/image2.png"/><Relationship Id="rId25" Type="http://schemas.openxmlformats.org/officeDocument/2006/relationships/image" Target="media/image6.png"/><Relationship Id="rId26" Type="http://schemas.openxmlformats.org/officeDocument/2006/relationships/image" Target="media/image1.jpeg"/><Relationship Id="rId27" Type="http://schemas.openxmlformats.org/officeDocument/2006/relationships/slideLayout" Target="slideLayouts/slideLayout1.xml"/><Relationship Id="rId28" Type="http://schemas.openxmlformats.org/officeDocument/2006/relationships/image" Target="media/image5.png"/><Relationship Id="rId29" Type="http://schemas.openxmlformats.org/officeDocument/2006/relationships/image" Target="media/image4.png"/><Relationship Id="rId30" Type="http://schemas.openxmlformats.org/officeDocument/2006/relationships/image" Target="media/image3.png"/><Relationship Id="rId32" Type="http://schemas.openxmlformats.org/officeDocument/2006/relationships/image" Target="media/image8.png"/><Relationship Id="rId34" Type="http://schemas.openxmlformats.org/officeDocument/2006/relationships/image" Target="media/image15.png"/><Relationship Id="rId35" Type="http://schemas.openxmlformats.org/officeDocument/2006/relationships/image" Target="media/image20.svg"/><Relationship Id="rId36" Type="http://schemas.openxmlformats.org/officeDocument/2006/relationships/image" Target="media/image25.png"/><Relationship Id="rId37" Type="http://schemas.openxmlformats.org/officeDocument/2006/relationships/image" Target="media/image10.png"/><Relationship Id="rId38" Type="http://schemas.openxmlformats.org/officeDocument/2006/relationships/image" Target="media/image14.svg"/><Relationship Id="rId39" Type="http://schemas.openxmlformats.org/officeDocument/2006/relationships/image" Target="media/image19.png"/><Relationship Id="rId40" Type="http://schemas.openxmlformats.org/officeDocument/2006/relationships/image" Target="media/image24.svg"/><Relationship Id="rId41" Type="http://schemas.openxmlformats.org/officeDocument/2006/relationships/image" Target="media/image9.jpg"/><Relationship Id="rId42" Type="http://schemas.openxmlformats.org/officeDocument/2006/relationships/image" Target="media/image23.png"/><Relationship Id="rId43" Type="http://schemas.openxmlformats.org/officeDocument/2006/relationships/image" Target="media/image13.png"/><Relationship Id="rId44" Type="http://schemas.openxmlformats.org/officeDocument/2006/relationships/image" Target="media/image18.svg"/><Relationship Id="rId45" Type="http://schemas.openxmlformats.org/officeDocument/2006/relationships/image" Target="media/image12.svg"/><Relationship Id="rId46" Type="http://schemas.openxmlformats.org/officeDocument/2006/relationships/image" Target="media/image22.svg"/><Relationship Id="rId47" Type="http://schemas.openxmlformats.org/officeDocument/2006/relationships/image" Target="media/image17.png"/><Relationship Id="rId48" Type="http://schemas.openxmlformats.org/officeDocument/2006/relationships/image" Target="media/image26.svg"/><Relationship Id="rId49" Type="http://schemas.openxmlformats.org/officeDocument/2006/relationships/image" Target="media/image11.png"/><Relationship Id="rId50" Type="http://schemas.openxmlformats.org/officeDocument/2006/relationships/image" Target="media/image16.svg"/><Relationship Id="rId51" Type="http://schemas.openxmlformats.org/officeDocument/2006/relationships/image" Target="media/image21.png"/><Relationship Id="rId53" Type="http://schemas.openxmlformats.org/officeDocument/2006/relationships/image" Target="media/image27.png"/><Relationship Id="rId55" Type="http://schemas.openxmlformats.org/officeDocument/2006/relationships/image" Target="media/image33.svg"/><Relationship Id="rId56" Type="http://schemas.openxmlformats.org/officeDocument/2006/relationships/image" Target="media/image38.png"/><Relationship Id="rId57" Type="http://schemas.openxmlformats.org/officeDocument/2006/relationships/image" Target="media/image43.png"/><Relationship Id="rId58" Type="http://schemas.openxmlformats.org/officeDocument/2006/relationships/image" Target="media/image29.jpeg"/><Relationship Id="rId59" Type="http://schemas.openxmlformats.org/officeDocument/2006/relationships/image" Target="media/image46.svg"/><Relationship Id="rId60" Type="http://schemas.openxmlformats.org/officeDocument/2006/relationships/image" Target="media/image32.png"/><Relationship Id="rId61" Type="http://schemas.openxmlformats.org/officeDocument/2006/relationships/image" Target="media/image37.svg"/><Relationship Id="rId62" Type="http://schemas.openxmlformats.org/officeDocument/2006/relationships/image" Target="media/image42.svg"/><Relationship Id="rId63" Type="http://schemas.openxmlformats.org/officeDocument/2006/relationships/image" Target="media/image28.jpeg"/><Relationship Id="rId64" Type="http://schemas.openxmlformats.org/officeDocument/2006/relationships/image" Target="media/image41.png"/><Relationship Id="rId65" Type="http://schemas.openxmlformats.org/officeDocument/2006/relationships/image" Target="media/image45.png"/><Relationship Id="rId66" Type="http://schemas.openxmlformats.org/officeDocument/2006/relationships/slideLayout" Target="slideLayouts/slideLayout2.xml"/><Relationship Id="rId67" Type="http://schemas.openxmlformats.org/officeDocument/2006/relationships/image" Target="media/image36.png"/><Relationship Id="rId68" Type="http://schemas.openxmlformats.org/officeDocument/2006/relationships/image" Target="media/image31.jpeg"/><Relationship Id="rId69" Type="http://schemas.openxmlformats.org/officeDocument/2006/relationships/image" Target="media/image40.svg"/><Relationship Id="rId70" Type="http://schemas.openxmlformats.org/officeDocument/2006/relationships/image" Target="media/image35.svg"/><Relationship Id="rId71" Type="http://schemas.openxmlformats.org/officeDocument/2006/relationships/image" Target="media/image44.svg"/><Relationship Id="rId72" Type="http://schemas.openxmlformats.org/officeDocument/2006/relationships/image" Target="media/image30.jpeg"/><Relationship Id="rId73" Type="http://schemas.openxmlformats.org/officeDocument/2006/relationships/image" Target="media/image34.png"/><Relationship Id="rId74" Type="http://schemas.openxmlformats.org/officeDocument/2006/relationships/image" Target="media/image39.png"/><Relationship Id="rId77" Type="http://schemas.openxmlformats.org/officeDocument/2006/relationships/image" Target="media/image52.png"/><Relationship Id="rId78" Type="http://schemas.openxmlformats.org/officeDocument/2006/relationships/image" Target="media/image57.svg"/><Relationship Id="rId79" Type="http://schemas.openxmlformats.org/officeDocument/2006/relationships/image" Target="media/image51.svg"/><Relationship Id="rId80" Type="http://schemas.openxmlformats.org/officeDocument/2006/relationships/image" Target="media/image56.png"/><Relationship Id="rId81" Type="http://schemas.openxmlformats.org/officeDocument/2006/relationships/image" Target="media/image47.png"/><Relationship Id="rId82" Type="http://schemas.openxmlformats.org/officeDocument/2006/relationships/image" Target="media/image50.png"/><Relationship Id="rId83" Type="http://schemas.openxmlformats.org/officeDocument/2006/relationships/image" Target="media/image55.svg"/><Relationship Id="rId84" Type="http://schemas.openxmlformats.org/officeDocument/2006/relationships/image" Target="media/image49.svg"/><Relationship Id="rId85" Type="http://schemas.openxmlformats.org/officeDocument/2006/relationships/image" Target="media/image59.svg"/><Relationship Id="rId86" Type="http://schemas.openxmlformats.org/officeDocument/2006/relationships/image" Target="media/image54.png"/><Relationship Id="rId87" Type="http://schemas.openxmlformats.org/officeDocument/2006/relationships/image" Target="media/image48.png"/><Relationship Id="rId88" Type="http://schemas.openxmlformats.org/officeDocument/2006/relationships/image" Target="media/image53.svg"/><Relationship Id="rId89" Type="http://schemas.openxmlformats.org/officeDocument/2006/relationships/image" Target="media/image58.png"/><Relationship Id="rId92" Type="http://schemas.openxmlformats.org/officeDocument/2006/relationships/image" Target="media/image61.jpeg"/><Relationship Id="rId93" Type="http://schemas.openxmlformats.org/officeDocument/2006/relationships/image" Target="media/image60.png"/><Relationship Id="rId94" Type="http://schemas.openxmlformats.org/officeDocument/2006/relationships/image" Target="media/image64.png"/><Relationship Id="rId95" Type="http://schemas.openxmlformats.org/officeDocument/2006/relationships/image" Target="media/image63.jpeg"/><Relationship Id="rId96" Type="http://schemas.openxmlformats.org/officeDocument/2006/relationships/image" Target="media/image62.png"/><Relationship Id="rId99" Type="http://schemas.openxmlformats.org/officeDocument/2006/relationships/image" Target="media/image69.svg"/><Relationship Id="rId100" Type="http://schemas.openxmlformats.org/officeDocument/2006/relationships/image" Target="media/image74.png"/><Relationship Id="rId101" Type="http://schemas.openxmlformats.org/officeDocument/2006/relationships/image" Target="media/image65.png"/><Relationship Id="rId102" Type="http://schemas.openxmlformats.org/officeDocument/2006/relationships/image" Target="media/image68.png"/><Relationship Id="rId103" Type="http://schemas.openxmlformats.org/officeDocument/2006/relationships/image" Target="media/image73.svg"/><Relationship Id="rId104" Type="http://schemas.openxmlformats.org/officeDocument/2006/relationships/notesSlide" Target="notesSlides/notesSlide2.xml"/><Relationship Id="rId105" Type="http://schemas.openxmlformats.org/officeDocument/2006/relationships/image" Target="media/image77.svg"/><Relationship Id="rId106" Type="http://schemas.openxmlformats.org/officeDocument/2006/relationships/image" Target="media/image67.svg"/><Relationship Id="rId107" Type="http://schemas.openxmlformats.org/officeDocument/2006/relationships/image" Target="media/image72.png"/><Relationship Id="rId108" Type="http://schemas.openxmlformats.org/officeDocument/2006/relationships/image" Target="media/image66.png"/><Relationship Id="rId109" Type="http://schemas.openxmlformats.org/officeDocument/2006/relationships/image" Target="media/image76.png"/><Relationship Id="rId110" Type="http://schemas.openxmlformats.org/officeDocument/2006/relationships/image" Target="media/image71.svg"/><Relationship Id="rId111" Type="http://schemas.openxmlformats.org/officeDocument/2006/relationships/image" Target="media/image70.png"/><Relationship Id="rId112" Type="http://schemas.openxmlformats.org/officeDocument/2006/relationships/image" Target="media/image75.svg"/><Relationship Id="rId115" Type="http://schemas.openxmlformats.org/officeDocument/2006/relationships/image" Target="media/image82.png"/><Relationship Id="rId116" Type="http://schemas.openxmlformats.org/officeDocument/2006/relationships/image" Target="media/image85.svg"/><Relationship Id="rId117" Type="http://schemas.openxmlformats.org/officeDocument/2006/relationships/image" Target="media/image91.svg"/><Relationship Id="rId118" Type="http://schemas.openxmlformats.org/officeDocument/2006/relationships/image" Target="media/image81.svg"/><Relationship Id="rId119" Type="http://schemas.openxmlformats.org/officeDocument/2006/relationships/image" Target="media/image84.png"/><Relationship Id="rId120" Type="http://schemas.openxmlformats.org/officeDocument/2006/relationships/image" Target="media/image89.svg"/><Relationship Id="rId121" Type="http://schemas.openxmlformats.org/officeDocument/2006/relationships/image" Target="media/image95.svg"/><Relationship Id="rId122" Type="http://schemas.openxmlformats.org/officeDocument/2006/relationships/image" Target="media/image88.png"/><Relationship Id="rId123" Type="http://schemas.openxmlformats.org/officeDocument/2006/relationships/image" Target="media/image90.png"/><Relationship Id="rId124" Type="http://schemas.openxmlformats.org/officeDocument/2006/relationships/image" Target="media/image97.svg"/><Relationship Id="rId125" Type="http://schemas.openxmlformats.org/officeDocument/2006/relationships/image" Target="media/image80.png"/><Relationship Id="rId126" Type="http://schemas.openxmlformats.org/officeDocument/2006/relationships/image" Target="media/image94.png"/><Relationship Id="rId127" Type="http://schemas.openxmlformats.org/officeDocument/2006/relationships/image" Target="media/image79.svg"/><Relationship Id="rId128" Type="http://schemas.openxmlformats.org/officeDocument/2006/relationships/image" Target="media/image87.svg"/><Relationship Id="rId129" Type="http://schemas.openxmlformats.org/officeDocument/2006/relationships/image" Target="media/image93.svg"/><Relationship Id="rId130" Type="http://schemas.openxmlformats.org/officeDocument/2006/relationships/image" Target="media/image96.png"/><Relationship Id="rId131" Type="http://schemas.openxmlformats.org/officeDocument/2006/relationships/image" Target="media/image78.png"/><Relationship Id="rId132" Type="http://schemas.openxmlformats.org/officeDocument/2006/relationships/image" Target="media/image83.svg"/><Relationship Id="rId133" Type="http://schemas.openxmlformats.org/officeDocument/2006/relationships/image" Target="media/image86.png"/><Relationship Id="rId134" Type="http://schemas.openxmlformats.org/officeDocument/2006/relationships/image" Target="media/image92.pn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_rels/slide21.xml.rels><?xml version="1.0" encoding="UTF-8" standalone="yes"?>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
</file>

<file path=ppt/slides/_rels/slide22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
</file>

<file path=ppt/slides/_rels/slide25.xml.rels><?xml version="1.0" encoding="UTF-8" standalone="yes"?>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
</file>

<file path=ppt/slides/_rels/slide27.xml.rels><?xml version="1.0" encoding="UTF-8" standalone="yes"?>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28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