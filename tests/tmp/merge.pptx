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notesMasterIdLst>
    <p:notesMasterId r:id="rId3"/>
  </p:notesMasterIdLst>
  <p:sldIdLst>
    <p:sldId id="256" r:id="rId2"/>
    <p:sldId id="257" r:id="rId9"/>
  </p:sldIdLst>
  <p:sldSz cx="10691813" cy="7559675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N" id="{F9BB27DB-5C58-47A1-A1B8-D46C8599990A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277" userDrawn="1">
          <p15:clr>
            <a:srgbClr val="A4A3A4"/>
          </p15:clr>
        </p15:guide>
        <p15:guide id="3" pos="981" userDrawn="1">
          <p15:clr>
            <a:srgbClr val="A4A3A4"/>
          </p15:clr>
        </p15:guide>
        <p15:guide id="4" pos="2519" userDrawn="1">
          <p15:clr>
            <a:srgbClr val="A4A3A4"/>
          </p15:clr>
        </p15:guide>
        <p15:guide id="5" pos="6285" userDrawn="1">
          <p15:clr>
            <a:srgbClr val="A4A3A4"/>
          </p15:clr>
        </p15:guide>
        <p15:guide id="6" pos="533" userDrawn="1">
          <p15:clr>
            <a:srgbClr val="A4A3A4"/>
          </p15:clr>
        </p15:guide>
        <p15:guide id="7" orient="horz" pos="32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D618"/>
    <a:srgbClr val="2F52A0"/>
    <a:srgbClr val="EE730D"/>
    <a:srgbClr val="F29FC4"/>
    <a:srgbClr val="FBFBFB"/>
    <a:srgbClr val="946AAB"/>
    <a:srgbClr val="6D378B"/>
    <a:srgbClr val="6FCB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4682A-0780-4E8B-8D98-0D280E4D050C}" v="154" dt="2025-03-19T10:51:42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464" y="78"/>
      </p:cViewPr>
      <p:guideLst>
        <p:guide orient="horz" pos="2268"/>
        <p:guide pos="3277"/>
        <p:guide pos="981"/>
        <p:guide pos="2519"/>
        <p:guide pos="6285"/>
        <p:guide pos="533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openxmlformats.org/officeDocument/2006/relationships/slide" Target="slides/slide2.xml"/></Relationships>
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330D-6C84-4A98-BFF1-626FD29DE139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FD6F-AB77-4C7E-891F-50C789B4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1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61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3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63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2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03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1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013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</Words>
  <Application>Microsoft Office PowerPoint</Application>
  <PresentationFormat>Personnalisé</PresentationFormat>
  <Paragraphs>12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Century Gothic</vt:lpstr>
      <vt:lpstr>2_Thème Office 2013 – 2022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CORBEAUX Virginie</dc:creator>
  <cp:lastModifiedBy>virginie corbeaux</cp:lastModifiedBy>
  <cp:revision>72</cp:revision>
  <dcterms:created xsi:type="dcterms:W3CDTF">2024-10-29T15:06:39Z</dcterms:created>
  <dcterms:modified xsi:type="dcterms:W3CDTF">2025-04-01T11:16:56Z</dcterms:modified>
</cp:coreProperties>
</file>